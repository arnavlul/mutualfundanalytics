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000">
                <a:solidFill>
                  <a:srgbClr val="1B365D"/>
                </a:solidFill>
              </a:defRPr>
            </a:pPr>
            <a:r>
              <a:t>Mutual Fund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End-to-End Data Engineering, ETL Pipeline &amp; Interactive Dashboard</a:t>
            </a:r>
          </a:p>
          <a:p>
            <a:r>
              <a:t>Bluestock Fintech Capstone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Problem Statement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Data Fragmentation: NAV histories, AMC AUMs, and SIP data existed in isolated silos.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Lack of Standardization: No automated way to compare risk-adjusted metrics across 1,900+ schemes.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Benchmark Disconnect: Difficult to measure true scheme Alpha vs NIFTY 50 and NIFTY 100 indices.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Legacy Reporting: Static monthly PDFs lacked interactive filtering and drill-down capabilities.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Project Objectives &amp;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Build an End-to-End ETL Pipeline: Extract from public APIs/CSVs, clean, and normalize data.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Normalize Database Architecture: Implement an optimized 5-table Star Schema in SQLite.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Automate Risk &amp; Performance Metrics: Compute CAGR, Sharpe, Sortino, Alpha, Beta, and Max Drawdown.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Deliver Interactive Visualizations: Build multi-page Power BI and Streamlit dashboards.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Data Sources &amp; Ingestion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AMFI India &amp; mfapi.in: Daily NAV updates, scheme master lists, and historical price feeds.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NSE / BSE Benchmarks: Historical daily closing values for NIFTY 50 and NIFTY 100 indices.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Volume Processed: Over 46,000+ NAV history records and 87,000+ transaction logs.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Automated Ingestion: Python scripts fetch, validate, and store raw datasets in 'data/raw/'.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ETL &amp; Database Architecture (Star Schema)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Extract: Python ingestion modules (`data_ingestion.py`, `live_nav_fetch.py`).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Transform: Forward-filling (`ffill()`) missing holiday NAVs; explicit unit separation (crore vs lakh crore).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Load: SQLite database (`data/db/bluestock_mf.db`) with relational constraints.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Schema Design: 2 Dimension Tables (`dim_fund`, `dim_date`) and 3 Fact Tables (`fact_nav`, `fact_performance`, `fact_transactions`).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EDA Highlights: Market &amp; SIP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Record SIP Contributions: Monthly SIP inflows crossed ₹31,000 crore, reflecting robust retail adoption.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AMC Concentration: Top 5 AMCs (e.g., SBI, ICICI Prudential, HDFC) control nearly 50% of total industry AUM.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Category Preferences: Strong shift in retail folio counts toward Mid-Cap and Small-Cap equity schemes.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Demographic Split: Significant transaction volume variance between T30 (Top 30 cities) and B30 regions.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Performance &amp; Risk Calculation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Standardized Annualization: Strictly used 252 trading days (`252 / n_trading_days`) for all CAGR models.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Sharpe &amp; Sortino Ratios: Evaluated total risk-adjusted returns versus downside-only volatility.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Alpha &amp; Beta Regression: Linear regression against NIFTY 100 daily returns to isolate manager skill.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Drawdown Analysis: Tracked running maximums to identify historical peak-to-trough drops.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The Objective Fund Scorecard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Composite Ranking System: Graded funds out of 100 using a balanced multi-metric weighted formula.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Weighting Breakdown: 3yr CAGR (30%), Sharpe Ratio (25%), Alpha (20%), Expense Ratio (15%), Max Drawdown (10%).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Key Takeaway: Bluechip Large-Cap schemes consistently outscore high-volatility Small-Caps on risk-adjusted terms.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Exported Output: Automatically generated and saved to `data/processed/fund_scorecard.csv`.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Advanced Analytics: VaR, CVaR &amp; Sector HHI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Historical VaR &amp; CVaR (95%): Quantified exact daily loss thresholds and expected shortfall in worst-case scenarios.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Rolling 90-Day Sharpe: Identified periods of performance instability during broader market corrections.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Sector Concentration (HHI): Calculated Herfindahl-Hirschman Index across equity holdings.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Concentration Alerts: Schemes with HHI &gt; 2,000 highlighted for extreme overweight positions in Banking/IT.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Interactive Dashboard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Multi-Platform Delivery: Built in both Power BI (`bluestock_mf.pbix`) and Python Streamlit (`app.py`).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Four Core Pages: Industry Overview, Fund Performance &amp; Scorecard, Advanced Risk, and Investor Demographics.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Slicer Interactivity: Every page equipped with at least 2 functional slicers (Category, Risk Grade, AMC).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Self-Serve Exploration: Users can filter out high-risk funds with a single click.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Actionable 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Automate Daily Cron Jobs: Schedule `etl_pipeline.py` to auto-refresh NAVs from mfapi.in every weekday at 8 PM.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Modern Portfolio Theory: Expand our standalone fund recommender to compute Markowitz Efficient Frontiers.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Real-Time Alerting: Integrate automated email alerts when a scheme's rolling Sharpe ratio drops below benchmark.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Cloud Deployment: Migrate local SQLite star schema to AWS RDS (PostgreSQL) for enterprise multi-user scaling.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Summary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Unified Platform: Successfully bridged data silos into a clean, reproducible engineering workflow.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High-Fidelity Analytics: Delivered objective scoring, advanced VaR modeling, and cohort insights.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Complete Deliverables: Code, schema, notebooks, and reports structured precisely to capstone standards.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Arial"/>
              </a:defRPr>
            </a:pPr>
            <a:r>
              <a:t>Thank You — Open for Questions &amp; Feedback!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